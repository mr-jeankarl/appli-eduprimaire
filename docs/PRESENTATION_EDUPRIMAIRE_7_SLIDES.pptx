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B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EduPrimaire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76474"/>
                </a:solidFill>
              </a:defRPr>
            </a:pPr>
            <a:r>
              <a:t>Application web de gestion d'école primaire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831"/>
                </a:solidFill>
              </a:defRPr>
            </a:pPr>
            <a:r>
              <a:t>Projet de soutenance - Licence en informatique</a:t>
            </a:r>
          </a:p>
          <a:p>
            <a:pPr>
              <a:spcAft>
                <a:spcPts val="800"/>
              </a:spcAft>
              <a:defRPr sz="1900">
                <a:solidFill>
                  <a:srgbClr val="222831"/>
                </a:solidFill>
              </a:defRPr>
            </a:pPr>
            <a:r>
              <a:t>Gestion administrative, pédagogique et financière</a:t>
            </a:r>
          </a:p>
          <a:p>
            <a:pPr>
              <a:spcAft>
                <a:spcPts val="800"/>
              </a:spcAft>
              <a:defRPr sz="1900">
                <a:solidFill>
                  <a:srgbClr val="222831"/>
                </a:solidFill>
              </a:defRPr>
            </a:pPr>
            <a:r>
              <a:t>Frontend React, Backend Django REST, Base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494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B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Contexte et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Gestion encore souvent manuelle : cahiers, fichiers séparés, traitements répétitifs.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Risque d'erreurs, doublons, pertes d'informations et lenteur des traitements.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Difficulté à suivre les présences, paiements, bulletins et échanges avec les parents.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Besoin : centraliser et sécuriser la gestion d'une école primaire.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494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B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Gérer élèves, parents, enseignants, classes et matières.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Suivre notes, bulletins, présences et emplois du temps.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Gérer inscriptions, frais de scolarité et paiements.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Proposer messagerie, notifications et portail parent.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Sécuriser l'accès selon les rôles utilisateurs.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494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B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Architecture et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76474"/>
                </a:solidFill>
              </a:defRPr>
            </a:pPr>
            <a:r>
              <a:t>Architecture client-serveur avec API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831"/>
                </a:solidFill>
              </a:defRPr>
            </a:pPr>
            <a:r>
              <a:t>Frontend : React 18, Vite, Tailwind CSS, React Router.</a:t>
            </a:r>
          </a:p>
          <a:p>
            <a:pPr>
              <a:spcAft>
                <a:spcPts val="800"/>
              </a:spcAft>
              <a:defRPr sz="1500">
                <a:solidFill>
                  <a:srgbClr val="222831"/>
                </a:solidFill>
              </a:defRPr>
            </a:pPr>
            <a:r>
              <a:t>Backend : Python, Django 4.2, Django REST Framework.</a:t>
            </a:r>
          </a:p>
          <a:p>
            <a:pPr>
              <a:spcAft>
                <a:spcPts val="800"/>
              </a:spcAft>
              <a:defRPr sz="1500">
                <a:solidFill>
                  <a:srgbClr val="222831"/>
                </a:solidFill>
              </a:defRPr>
            </a:pPr>
            <a:r>
              <a:t>Sécurité : authentification JWT avec refresh token.</a:t>
            </a:r>
          </a:p>
          <a:p>
            <a:pPr>
              <a:spcAft>
                <a:spcPts val="800"/>
              </a:spcAft>
              <a:defRPr sz="1500">
                <a:solidFill>
                  <a:srgbClr val="222831"/>
                </a:solidFill>
              </a:defRPr>
            </a:pPr>
            <a:r>
              <a:t>Production : Gunicorn, WhiteNoise, Render.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141732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Navigateur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68880"/>
            <a:ext cx="141732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React + Vite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2468880"/>
            <a:ext cx="141732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API Django 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2468880"/>
            <a:ext cx="141732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SQLite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834640"/>
            <a:ext cx="411480" cy="0"/>
          </a:xfrm>
          <a:prstGeom prst="line">
            <a:avLst/>
          </a:prstGeom>
          <a:ln w="38100">
            <a:solidFill>
              <a:srgbClr val="F3B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43400" y="2834640"/>
            <a:ext cx="411480" cy="0"/>
          </a:xfrm>
          <a:prstGeom prst="line">
            <a:avLst/>
          </a:prstGeom>
          <a:ln w="38100">
            <a:solidFill>
              <a:srgbClr val="F3B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37960" y="2834640"/>
            <a:ext cx="411480" cy="0"/>
          </a:xfrm>
          <a:prstGeom prst="line">
            <a:avLst/>
          </a:prstGeom>
          <a:ln w="38100">
            <a:solidFill>
              <a:srgbClr val="F3B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494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B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Modélisation UML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Acteurs : administrateur, directeur, enseignant, secrétaire, comptable, parent.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Entités : école, utilisateur, classe, matière, élève, parent, enseignant.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Suivi : notes, bulletins, présences, scolarité, paiements, messages, notifications.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Diagrammes réalisés : cas d'utilisation, domaine, classes, packages, séquences.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494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B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Fonctionnalités réalisées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Tableau de bord et navigation adaptée au rôle.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Gestion des élèves, parents, enseignants, classes et matières.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Notes, bulletins, présences et emploi du temps.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Secrétariat, inscriptions, scolarité et paiements.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Messagerie, bibliothèque, notifications et portail parent.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494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B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Bilan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Application fonctionnelle, modulaire et prête pour déploiement backend.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Séparation claire entre frontend React et backend Django REST.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Perspectives : PostgreSQL, tests automatisés, statistiques avancées.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Évolutions possibles : email/SMS, PWA complète, portail parent enrichi.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55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494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